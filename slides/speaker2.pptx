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99A30F-62D5-0D17-AFB9-E330E8A7D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40604FA-BEB5-FBF4-58D6-0AE95B456F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273DF18-F262-CFF3-14D7-3C2B0E61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D033FC-9B86-5C9A-15F6-4F32FC5EB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FDDFDBB-AFA2-C22F-7BD2-20FA506B8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4143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9A2A3B-DFD4-039A-E35C-2ABE29EEF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D4F479-CBD1-E6A7-66B6-990A602E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76CA403-1566-0116-8C04-D2A992792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0CE561-1FE3-7111-59C5-4438B5D5F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9E719A1-7ECF-F0AB-7A7A-97581E3DB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8939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6DCEE-0470-FA5B-014D-B5CAAE1BF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F0354CE-F245-13E1-8619-3507ADC9F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A254B5-651C-176D-613E-5EB7E9FBF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65A4BF-B2FC-A59C-7E2C-33A942B12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9D5AF3-82C8-B489-14BC-2EDB07DB7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74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BC274D-7B9C-25B3-1D86-0404A1A99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330AC-8A77-7AD1-CA2A-69ED4957B5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671B6EB-6066-4BB3-0820-EA74782CE8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F4FA542-BD26-3BE3-DEE5-0120416C6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F87C596-6C68-4FA7-64DE-5C0FB2703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57F54A6-8FE1-26C7-935C-E882FA856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955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7E38D-C808-BAAF-0815-7960A79B8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94FE847-8653-5234-4094-8922331B2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E580F4C-FE97-460F-8079-0C67C28C54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BD8E20D-2E69-35B0-D70F-ACB5DF329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14552DD-5A05-11B7-5519-546E4D4962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3857B82-121F-B8E3-4A07-402F90641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2D46306-9A3B-F902-DE9E-F0AE71C3B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1989F30-5DBB-7C52-E184-AFA5AC6A3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0196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39413C-DF68-91F0-2DE2-8251BEFAD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56C90C5-FF0B-B20B-3A78-02F2A754E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1732B0B-9279-448B-0143-A53ED37D8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25F05A-BB44-7B74-EC43-B19A3D457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9628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0E9C8EE-CDAB-3B56-7855-F4FD9A353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5E6FDC8-A8AF-CE1C-44A9-A0B8997B2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070171-9978-EACE-ABD2-1BBBFAA85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6000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BC050B-0C7B-0041-82D9-C7A5BCB91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891CD5-2F72-1949-0B4F-A3E017ACB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EE04AE0-2275-F276-C2C1-DBAB7AD23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5620B9-FBEC-3EB9-607D-DFD8DC2BE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14975E8-FFC2-5188-E93E-009F21CDC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862FB78-AECD-A243-E127-DB56D05B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9144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1CB48F-F016-D627-940D-01FA3FC61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26617EF-C8F0-D640-6020-3E733C0B4F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7B619B7-765B-3390-E519-644655E04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B5E4B12-3C54-752D-F01C-AE931122E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F65ABC-2DE8-FBDD-3C67-B271234F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2F75C4D-692A-3B80-643A-DD015A01E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3163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F7E2A3-036E-FBF1-822A-9EC42BBA6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23B6B72-776C-8E19-39D2-C7D4399587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CAE83F-AD5C-42F5-29E9-75C1D4831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9AC2E4-A88B-1601-CF55-7241DF40D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5F7CC6F-BCDC-736C-4712-08ACE4E70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476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1481422-619E-EAC5-9026-4D1B1F0A5D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DEE783-2641-E838-D7C9-0986ED9A9D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E77CAD-3312-9AC9-58E4-50CB01714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7514D7-E7DA-786D-335C-F942775AE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40285-5E03-A0A4-0D2D-9BD72297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2755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8331DBB-166B-E2B8-CEE3-3AC9633E3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8431F3D-70B0-E0CF-5609-FF2688358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F5B78AC-0C45-E9D1-C51A-AE852D0DAD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2330173-91FE-D095-27F1-32971FFA82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F57F850-6B94-97BD-1386-EB62589098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4776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B52DC5-040E-BD5C-7D21-28A42FF4F3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輔助程式開發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A0BBDF9-3C5B-239C-A0E3-56B82F1A4F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講者：陳冠閔</a:t>
            </a:r>
          </a:p>
        </p:txBody>
      </p:sp>
    </p:spTree>
    <p:extLst>
      <p:ext uri="{BB962C8B-B14F-4D97-AF65-F5344CB8AC3E}">
        <p14:creationId xmlns:p14="http://schemas.microsoft.com/office/powerpoint/2010/main" val="1645997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B79ABA-B482-04DF-0A14-1E8CF098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第一頁</a:t>
            </a:r>
          </a:p>
        </p:txBody>
      </p:sp>
    </p:spTree>
    <p:extLst>
      <p:ext uri="{BB962C8B-B14F-4D97-AF65-F5344CB8AC3E}">
        <p14:creationId xmlns:p14="http://schemas.microsoft.com/office/powerpoint/2010/main" val="4274161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</Words>
  <Application>Microsoft Office PowerPoint</Application>
  <PresentationFormat>寬螢幕</PresentationFormat>
  <Paragraphs>3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標楷體</vt:lpstr>
      <vt:lpstr>Aptos</vt:lpstr>
      <vt:lpstr>Aptos Display</vt:lpstr>
      <vt:lpstr>Arial</vt:lpstr>
      <vt:lpstr>Office 佈景主題</vt:lpstr>
      <vt:lpstr>AI 輔助程式開發</vt:lpstr>
      <vt:lpstr>第一頁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明憲 蔡</dc:creator>
  <cp:lastModifiedBy>明憲 蔡</cp:lastModifiedBy>
  <cp:revision>3</cp:revision>
  <dcterms:created xsi:type="dcterms:W3CDTF">2025-11-17T07:56:34Z</dcterms:created>
  <dcterms:modified xsi:type="dcterms:W3CDTF">2025-11-17T07:58:55Z</dcterms:modified>
</cp:coreProperties>
</file>