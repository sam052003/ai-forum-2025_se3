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9A30F-62D5-0D17-AFB9-E330E8A7D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0604FA-BEB5-FBF4-58D6-0AE95B456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73DF18-F262-CFF3-14D7-3C2B0E61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D033FC-9B86-5C9A-15F6-4F32FC5E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DDFDBB-AFA2-C22F-7BD2-20FA506B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14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9A2A3B-DFD4-039A-E35C-2ABE29EE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D4F479-CBD1-E6A7-66B6-990A602E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6CA403-1566-0116-8C04-D2A99279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0CE561-1FE3-7111-59C5-4438B5D5F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E719A1-7ECF-F0AB-7A7A-97581E3D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93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6DCEE-0470-FA5B-014D-B5CAAE1B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0354CE-F245-13E1-8619-3507ADC9F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A254B5-651C-176D-613E-5EB7E9FB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65A4BF-B2FC-A59C-7E2C-33A942B1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9D5AF3-82C8-B489-14BC-2EDB07DB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4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C274D-7B9C-25B3-1D86-0404A1A9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330AC-8A77-7AD1-CA2A-69ED4957B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671B6EB-6066-4BB3-0820-EA74782CE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4FA542-BD26-3BE3-DEE5-0120416C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87C596-6C68-4FA7-64DE-5C0FB270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7F54A6-8FE1-26C7-935C-E882FA85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955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7E38D-C808-BAAF-0815-7960A79B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4FE847-8653-5234-4094-8922331B2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E580F4C-FE97-460F-8079-0C67C28C5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D8E20D-2E69-35B0-D70F-ACB5DF3296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14552DD-5A05-11B7-5519-546E4D496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3857B82-121F-B8E3-4A07-402F9064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2D46306-9A3B-F902-DE9E-F0AE71C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989F30-5DBB-7C52-E184-AFA5AC6A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019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39413C-DF68-91F0-2DE2-8251BEFA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6C90C5-FF0B-B20B-3A78-02F2A754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1732B0B-9279-448B-0143-A53ED37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25F05A-BB44-7B74-EC43-B19A3D4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62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0E9C8EE-CDAB-3B56-7855-F4FD9A35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5E6FDC8-A8AF-CE1C-44A9-A0B8997B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70171-9978-EACE-ABD2-1BBBFAA8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00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BC050B-0C7B-0041-82D9-C7A5BCB9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91CD5-2F72-1949-0B4F-A3E017AC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E04AE0-2275-F276-C2C1-DBAB7AD23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5620B9-FBEC-3EB9-607D-DFD8DC2B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4975E8-FFC2-5188-E93E-009F21CD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62FB78-AECD-A243-E127-DB56D05B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14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1CB48F-F016-D627-940D-01FA3FC6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26617EF-C8F0-D640-6020-3E733C0B4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B619B7-765B-3390-E519-644655E04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5E4B12-3C54-752D-F01C-AE931122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F65ABC-2DE8-FBDD-3C67-B271234F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F75C4D-692A-3B80-643A-DD015A01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16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F7E2A3-036E-FBF1-822A-9EC42BBA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3B6B72-776C-8E19-39D2-C7D439958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CAE83F-AD5C-42F5-29E9-75C1D483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9AC2E4-A88B-1601-CF55-7241DF40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F7CC6F-BCDC-736C-4712-08ACE4E7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476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481422-619E-EAC5-9026-4D1B1F0A5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DEE783-2641-E838-D7C9-0986ED9A9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E77CAD-3312-9AC9-58E4-50CB0171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7514D7-E7DA-786D-335C-F942775A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40285-5E03-A0A4-0D2D-9BD72297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2755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31DBB-166B-E2B8-CEE3-3AC9633E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431F3D-70B0-E0CF-5609-FF2688358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B78AC-0C45-E9D1-C51A-AE852D0DA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06109-5618-412E-B2EE-D2F35E34DA82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330173-91FE-D095-27F1-32971FFA8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57F850-6B94-97BD-1386-EB6258909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A25D7-4362-44B0-A555-D90F9CDD78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477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B52DC5-040E-BD5C-7D21-28A42FF4F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測試與 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DevOps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0BBDF9-3C5B-239C-A0E3-56B82F1A4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講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者：粱祐嘉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599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79ABA-B482-04DF-0A14-1E8CF098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第一頁</a:t>
            </a:r>
          </a:p>
        </p:txBody>
      </p:sp>
    </p:spTree>
    <p:extLst>
      <p:ext uri="{BB962C8B-B14F-4D97-AF65-F5344CB8AC3E}">
        <p14:creationId xmlns:p14="http://schemas.microsoft.com/office/powerpoint/2010/main" val="427416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寬螢幕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標楷體</vt:lpstr>
      <vt:lpstr>Aptos</vt:lpstr>
      <vt:lpstr>Aptos Display</vt:lpstr>
      <vt:lpstr>Arial</vt:lpstr>
      <vt:lpstr>Office 佈景主題</vt:lpstr>
      <vt:lpstr>AI 測試與 DevOps</vt:lpstr>
      <vt:lpstr>第一頁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明憲 蔡</dc:creator>
  <cp:lastModifiedBy>明憲 蔡</cp:lastModifiedBy>
  <cp:revision>4</cp:revision>
  <dcterms:created xsi:type="dcterms:W3CDTF">2025-11-17T07:56:34Z</dcterms:created>
  <dcterms:modified xsi:type="dcterms:W3CDTF">2025-11-17T07:59:27Z</dcterms:modified>
</cp:coreProperties>
</file>